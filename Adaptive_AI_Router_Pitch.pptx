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411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AI INFRA SUMMIT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Adaptive AI Model Router</a:t>
            </a:r>
          </a:p>
          <a:p>
            <a:pPr>
              <a:defRPr sz="2000">
                <a:solidFill>
                  <a:srgbClr val="00F0FF"/>
                </a:solidFill>
              </a:defRPr>
            </a:pPr>
            <a:r>
              <a:t>Intelligent Intent-Aware LLM Gateway &amp; Semantic Caching Layer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Dynamically classifies queries, optimizes for Speed / Cost / Quality, eliminates redundant compute with Qdrant vector memory, and logs full decision telemetry to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SUB-SECOND RETRIEVAL</a:t>
            </a:r>
          </a:p>
          <a:p>
            <a:pPr>
              <a:defRPr sz="3000" b="1">
                <a:solidFill>
                  <a:srgbClr val="00F0FF"/>
                </a:solidFill>
              </a:defRPr>
            </a:pPr>
            <a:r>
              <a:t>1,267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Semantic cache hit vs 14,281ms cold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ROUTING ACCURACY</a:t>
            </a:r>
          </a:p>
          <a:p>
            <a:pPr>
              <a:defRPr sz="3000" b="1">
                <a:solidFill>
                  <a:srgbClr val="A855F7"/>
                </a:solidFill>
              </a:defRPr>
            </a:pPr>
            <a:r>
              <a:t>99% Conf.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Groq LLM classifier with heuristic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DYNAMIC MATRIX</a:t>
            </a:r>
          </a:p>
          <a:p>
            <a:pPr>
              <a:defRPr sz="3000" b="1">
                <a:solidFill>
                  <a:srgbClr val="10B981"/>
                </a:solidFill>
              </a:defRPr>
            </a:pPr>
            <a:r>
              <a:t>12 Pathways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4 Query Taxonomies × 3 Optimization 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THE AI INFRA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Static LLM Routing is Broken in Production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Today's applications blast all queries directly to costly frontier models with zero intent awareness.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💸 ASTRONOMICAL EXPENSE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Over 70% of enterprise queries are simple factual questions or syntax checks, yet get billed at full frontier prices ($15–$30 / 1M tokens).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⏳ MASSIVE LATENCY PENALTY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Complex reasoning models introduce a 10x–30x latency penalty on trivial lookups where lightweight LPUs could answer in under 200ms.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🔁 REDUNDANT INFERENCE WASTE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Traditional gateways lack semantic vector awareness. Rephrased identical queries repeatedly trigger costly GPU inference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Adaptive AI Model Router: Multi-Objective Routing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An intelligent gateway balancing latency, cost, and output quality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⚡ SPEED MODE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Optimized for real-time interactive apps. Routes to ultra-fast LPUs (compound-mini) with 100–300ms typical turnarounds.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💰 COST MODE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Prioritizes budget optimization. Leverages compact efficient architectures (allam-2-7b) to slash token costs up to 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0233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🏆 QUALITY MODE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Uncompromising depth. Automatically channels heavy math, reasoning, and system architecture to frontier models (gpt-oss-120b).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FULL 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Decoupled High-Throughput Topology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Engineered with modern production components for zero-downtime scalability.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019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ORCHESTRATION &amp; PRESENTATION LAYER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FASTAPI GATEWAY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High-throughput asynchronous endpoints with Pydantic request/response schema validation.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LANGGRAPH DECISION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Stateful directed acyclic graph controlling classification, cache conditional branching, and model dispatch.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STREAMLIT CONTROL PLANE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interactive dashboard with telemetry metrics, query playground, and forensic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019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VECTOR MEMORY &amp; INFERENCE LAYER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QDRANT VECTOR CACHE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High-speed dense vector similarity engine powered by FastEmbed (BAAI/bge-small-en-v1.5) with 0.85 threshold.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GROQ LPU INFERENCE FLEET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High-speed execution across compound-mini, qwen3.8-27b, gpt-oss-120b, and allam-2-7b.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POSTGRESQL AUDIT LEDGER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Persistent transaction logs storing latency, tokens, cost metrics, model signatures, and cache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STATE MACHINE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LangGraph Conditional Decision Pipeline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Deterministic branching guarantees minimal inference and zero wasted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INGEST QUERY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Captures query string + target mode (Speed/Cost/Quality)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CLASSIFY INTENT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Groq zero-shot classifier (99% conf.) + keyword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MODEL RESOLVER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Resolves exact candidate model from 12-path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CACHE PROBE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Checks Qdrant vector memory (Cosine distance threshold &gt;= 0.85)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CONDITIONAL BRANCH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HIT: Immediate return</a:t>
            </a:r>
            <a:br/>
            <a:r>
              <a:t>MISS: Invoke Groq LPU + update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AUDIT COMMIT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Asynchronous non-blocking log write to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ADAPTIVE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Dynamic 12-Pathway Routing Matrix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Tested and live with active Groq models in production.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Query Class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⚡ Speed Mode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💰 Cost Mode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0FF"/>
                          </a:solidFill>
                        </a:defRPr>
                      </a:pPr>
                      <a:r>
                        <a:t>🏆 Quality Mode</a:t>
                      </a:r>
                    </a:p>
                  </a:txBody>
                  <a:tcPr>
                    <a:solidFill>
                      <a:srgbClr val="16244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Factual (Lookup / Defs)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groq/compound-mini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allam-2-7b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openai/gpt-oss-120b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Reasoning (Math / Logic)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qwen/qwen3.8-27b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allam-2-7b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openai/gpt-oss-120b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Creative (Writing / Ideas)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groq/compound-mini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allam-2-7b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openai/gpt-oss-120b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Code (Algorithms / Syntax)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qwen/qwen3.8-27b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allam-2-7b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F0FF"/>
                          </a:solidFill>
                        </a:defRPr>
                      </a:pPr>
                      <a:r>
                        <a:t>openai/gpt-oss-120b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✓ Resilient Heuristic Fallback: In case of provider throttling (e.g. Groq 413 or rate limits), instant regex taxonomy activates with zero downtime.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BENCHMARK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11.2x Latency Reduction with Qdrant Vector Cache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Empirical data measured during end-to-end integration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291840"/>
          </a:xfrm>
          <a:prstGeom prst="roundRect">
            <a:avLst/>
          </a:prstGeom>
          <a:solidFill>
            <a:srgbClr val="1019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COLD INFERENCE (GROQ API)</a:t>
            </a:r>
          </a:p>
          <a:p>
            <a:pPr>
              <a:defRPr sz="3200" b="1">
                <a:solidFill>
                  <a:srgbClr val="F59E0B"/>
                </a:solidFill>
              </a:defRPr>
            </a:pPr>
            <a:r>
              <a:t>14,281 ms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Initial query traversal: intent classification, remote LLM call, FastEmbed embedding creation, and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291840"/>
          </a:xfrm>
          <a:prstGeom prst="roundRect">
            <a:avLst/>
          </a:prstGeom>
          <a:solidFill>
            <a:srgbClr val="1019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SEMANTIC CACHE HIT (QDRANT)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1,267 ms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Near-instant vector retrieval with cosine similarity match &gt;= 0.85 without calling external LLMs.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3291840"/>
          </a:xfrm>
          <a:prstGeom prst="roundRect">
            <a:avLst/>
          </a:prstGeom>
          <a:solidFill>
            <a:srgbClr val="101930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TOTAL EFFICIENCY GAIN</a:t>
            </a:r>
          </a:p>
          <a:p>
            <a:pPr>
              <a:defRPr sz="3200" b="1">
                <a:solidFill>
                  <a:srgbClr val="00F0FF"/>
                </a:solidFill>
              </a:defRPr>
            </a:pPr>
            <a:r>
              <a:t>91.1% Faster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Direct 11.2x speedup and 100% LLM token billing elimination for all semantically recurring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0E1E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LIVE TEST VERIFICATION: "What is the capital of France?" cold execution (14.28s) ➔ identical query served in 1.26s from local Qdrant.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OBSERVABILITY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Streamlit Real-Time Monitoring &amp; Playground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Live operational metrics, forensic request tracing, and interactive query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0FF"/>
                </a:solidFill>
              </a:defRPr>
            </a:pPr>
            <a:r>
              <a:t>📊 REAL-TIME TELEMETRY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Displays total query count, cache hit ratio, average round-trip latency, and active backend node health with auto-refresh.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🧪 INTERACTIVE PLAYGROUND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Enables hackathon judges and engineers to test live queries, switch between Speed/Cost/Quality modes, and inspect routing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📜 FORENSIC AUDIT EXPLORER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Searchable, filterable ledger powered by PostgreSQL. Inspect latency, prompt/completion tokens, and model choices for every single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ENGINEERING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Hardening &amp; Fault Tolerance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Engineered to maintain uninterrupted service regardless of external provider volatility.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SILENT SYSTEM DEGRADATION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If PostgreSQL or Qdrant encounters network hiccups or becomes unreachable, the router seamlessly serves queries without 500 errors. Logging and caching bypass gracefully.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RATE LIMIT PROTECTION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Groq 413s or provider throttling immediately activate deterministic regex classifier fallbacks with sub-millisecond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ZERO HARDCODED VENDOR LOCK-IN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Decoupled provider abstraction allows hot-swapping models or adding fallback providers (OpenAI / Gemini) via environment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120640" cy="182880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ONE-COMMAND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Docker Compose manages PostgreSQL and Qdrant containers. FastAPI server and Streamlit dashboard deploy cleanly in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65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HACKATHON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&amp; Production Roadmap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verified, end-to-end operational AI infrastructure gateway ready for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VERIFIED STATUS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All 6 stages completed and operational: FastAPI routing, LangGraph graph, Groq LLM classification, PostgreSQL logging, Qdrant cache, and Streamlit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🔮 NEXT MILESTONES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Automated multi-provider failover (Groq ➔ OpenAI ➔ Gemini), adaptive token cost budgets, and reinforcement-learning-driven routing policy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0FF"/>
                </a:solidFill>
              </a:defRPr>
            </a:pPr>
            <a:r>
              <a:t>📦 REPRODUCIBILITY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Fully containerized and packaged with verified requirements.txt, automated startup scripts, and comprehensive architectural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